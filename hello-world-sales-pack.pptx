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6583680" cy="6583680"/>
          </a:xfrm>
          <a:prstGeom prst="ellipse">
            <a:avLst/>
          </a:prstGeom>
          <a:solidFill>
            <a:srgbClr val="FF6B3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560320"/>
            <a:ext cx="6949440" cy="6949440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6766560" cy="6766560"/>
          </a:xfrm>
          <a:prstGeom prst="ellipse">
            <a:avLst/>
          </a:prstGeom>
          <a:solidFill>
            <a:srgbClr val="39E0C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83580" y="434340"/>
            <a:ext cx="6172200" cy="6172200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1234440"/>
            <a:ext cx="4572000" cy="4572000"/>
          </a:xfrm>
          <a:prstGeom prst="ellipse">
            <a:avLst/>
          </a:prstGeom>
          <a:solidFill>
            <a:srgbClr val="141033">
              <a:alpha val="96000"/>
            </a:srgbClr>
          </a:solidFill>
          <a:ln w="12700">
            <a:solidFill>
              <a:srgbClr val="8B6BFF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8B6BF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0" y="1554480"/>
            <a:ext cx="2628900" cy="2628900"/>
          </a:xfrm>
          <a:prstGeom prst="ellipse">
            <a:avLst/>
          </a:prstGeom>
          <a:solidFill>
            <a:srgbClr val="8B6BFF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2743200"/>
            <a:ext cx="4572000" cy="1554480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103120"/>
            <a:ext cx="4572000" cy="2834640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554480"/>
            <a:ext cx="4572000" cy="3931920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1234440"/>
            <a:ext cx="1920240" cy="4572000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234440"/>
            <a:ext cx="4572000" cy="4572000"/>
          </a:xfrm>
          <a:prstGeom prst="ellipse">
            <a:avLst/>
          </a:prstGeom>
          <a:ln w="15875">
            <a:solidFill>
              <a:srgbClr val="59C9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2674620"/>
            <a:ext cx="91440" cy="91440"/>
          </a:xfrm>
          <a:prstGeom prst="ellipse">
            <a:avLst/>
          </a:prstGeom>
          <a:solidFill>
            <a:srgbClr val="FF6B3D"/>
          </a:solidFill>
          <a:ln/>
          <a:effectLst>
            <a:outerShdw sx="100000" sy="100000" kx="0" ky="0" algn="bl" rotWithShape="0" blurRad="101600" dist="50800" dir="16200000">
              <a:srgbClr val="FF6B3D">
                <a:alpha val="6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84848" y="2592324"/>
            <a:ext cx="55778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FF6B3D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2592324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Berlin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966960" y="2217420"/>
            <a:ext cx="91440" cy="91440"/>
          </a:xfrm>
          <a:prstGeom prst="ellipse">
            <a:avLst/>
          </a:prstGeom>
          <a:solidFill>
            <a:srgbClr val="FF5FA2"/>
          </a:solidFill>
          <a:ln/>
          <a:effectLst>
            <a:outerShdw sx="100000" sy="100000" kx="0" ky="0" algn="bl" rotWithShape="0" blurRad="101600" dist="50800" dir="16200000">
              <a:srgbClr val="FF5FA2">
                <a:alpha val="6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122408" y="2135124"/>
            <a:ext cx="48920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FF5FA2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22408" y="2135124"/>
            <a:ext cx="4892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Tokyo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378440" y="4160520"/>
            <a:ext cx="91440" cy="91440"/>
          </a:xfrm>
          <a:prstGeom prst="ellipse">
            <a:avLst/>
          </a:prstGeom>
          <a:solidFill>
            <a:srgbClr val="39E0C8"/>
          </a:solidFill>
          <a:ln/>
          <a:effectLst>
            <a:outerShdw sx="100000" sy="100000" kx="0" ky="0" algn="bl" rotWithShape="0" blurRad="101600" dist="50800" dir="16200000">
              <a:srgbClr val="39E0C8">
                <a:alpha val="6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33888" y="4078224"/>
            <a:ext cx="55778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39E0C8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33888" y="4078224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Sydney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822960"/>
            <a:ext cx="2834640" cy="384048"/>
          </a:xfrm>
          <a:prstGeom prst="roundRect">
            <a:avLst>
              <a:gd name="adj" fmla="val 119048"/>
            </a:avLst>
          </a:prstGeom>
          <a:solidFill>
            <a:srgbClr val="F7F2E9">
              <a:alpha val="16000"/>
            </a:srgbClr>
          </a:solidFill>
          <a:ln w="12700">
            <a:solidFill>
              <a:srgbClr val="F7F2E9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82296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LIVE IN 6 CITIES TONIGHT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7552" y="982980"/>
            <a:ext cx="82296" cy="82296"/>
          </a:xfrm>
          <a:prstGeom prst="ellipse">
            <a:avLst/>
          </a:prstGeom>
          <a:solidFill>
            <a:srgbClr val="39E0C8"/>
          </a:solidFill>
          <a:ln/>
          <a:effectLst>
            <a:outerShdw sx="100000" sy="100000" kx="0" ky="0" algn="bl" rotWithShape="0" blurRad="76200" dist="50800" dir="16200000">
              <a:srgbClr val="39E0C8">
                <a:alpha val="7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9659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spc="-100" kern="0" dirty="0">
                <a:solidFill>
                  <a:srgbClr val="FFE9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 World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777240" y="3703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7F2E9">
                    <a:alpha val="76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 what's happening.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77240" y="5989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7F2E9">
                    <a:alpha val="4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MUSIC   ·   CULTURE   ·   EVERYWHERE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7F2E9">
                    <a:alpha val="4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6583680" cy="6583680"/>
          </a:xfrm>
          <a:prstGeom prst="ellipse">
            <a:avLst/>
          </a:prstGeom>
          <a:solidFill>
            <a:srgbClr val="FF6B3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560320"/>
            <a:ext cx="6949440" cy="6949440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6766560" cy="6766560"/>
          </a:xfrm>
          <a:prstGeom prst="ellipse">
            <a:avLst/>
          </a:prstGeom>
          <a:solidFill>
            <a:srgbClr val="39E0C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11480"/>
            <a:ext cx="146304" cy="146304"/>
          </a:xfrm>
          <a:prstGeom prst="ellipse">
            <a:avLst/>
          </a:prstGeom>
          <a:solidFill>
            <a:srgbClr val="FFC53D"/>
          </a:solidFill>
          <a:ln/>
          <a:effectLst>
            <a:outerShdw sx="100000" sy="100000" kx="0" ky="0" algn="bl" rotWithShape="0" blurRad="101600" dist="50800" dir="16200000">
              <a:srgbClr val="FFC53D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3840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F7F2E9">
                    <a:alpha val="8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 world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FFC5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ABOUT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spc="-5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 what's happening,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spc="-5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everywhere in the world.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7F2E9">
                    <a:alpha val="78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 World is a global discovery platform for nightlife and culture. Spin an interactive globe, land on any city, and see exactly what's on — tonight or any night. Live music, DJ sets, festivals, and art &amp; culture, surfaced from real listings and always up to date.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60920" y="1234440"/>
            <a:ext cx="4023360" cy="4617720"/>
          </a:xfrm>
          <a:prstGeom prst="roundRect">
            <a:avLst>
              <a:gd name="adj" fmla="val 2273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2668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F7F2E9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YOU'LL FIND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26680" y="2139696"/>
            <a:ext cx="128016" cy="128016"/>
          </a:xfrm>
          <a:prstGeom prst="ellipse">
            <a:avLst/>
          </a:prstGeom>
          <a:solidFill>
            <a:srgbClr val="FF6B3D"/>
          </a:solidFill>
          <a:ln/>
          <a:effectLst>
            <a:outerShdw sx="100000" sy="100000" kx="0" ky="0" algn="bl" rotWithShape="0" blurRad="88900" dist="50800" dir="16200000">
              <a:srgbClr val="FF6B3D">
                <a:alpha val="6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19288" y="2029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Music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19288" y="2286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Bands and artists playing tonight, from basement gigs to arenas.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26680" y="2852928"/>
            <a:ext cx="128016" cy="128016"/>
          </a:xfrm>
          <a:prstGeom prst="ellipse">
            <a:avLst/>
          </a:prstGeom>
          <a:solidFill>
            <a:srgbClr val="8B6BFF"/>
          </a:solidFill>
          <a:ln/>
          <a:effectLst>
            <a:outerShdw sx="100000" sy="100000" kx="0" ky="0" algn="bl" rotWithShape="0" blurRad="88900" dist="50800" dir="16200000">
              <a:srgbClr val="8B6BFF">
                <a:alpha val="6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19288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DJ Sets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19288" y="29992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 nights and after-hours sets across the world's best rooms.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26680" y="3566160"/>
            <a:ext cx="128016" cy="128016"/>
          </a:xfrm>
          <a:prstGeom prst="ellipse">
            <a:avLst/>
          </a:prstGeom>
          <a:solidFill>
            <a:srgbClr val="FFC53D"/>
          </a:solidFill>
          <a:ln/>
          <a:effectLst>
            <a:outerShdw sx="100000" sy="100000" kx="0" ky="0" algn="bl" rotWithShape="0" blurRad="88900" dist="50800" dir="16200000">
              <a:srgbClr val="FFC53D">
                <a:alpha val="6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19288" y="34564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Festivals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19288" y="371246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Multi-day gatherings and open-airs worth building a trip around.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26680" y="4279392"/>
            <a:ext cx="128016" cy="128016"/>
          </a:xfrm>
          <a:prstGeom prst="ellipse">
            <a:avLst/>
          </a:prstGeom>
          <a:solidFill>
            <a:srgbClr val="39E0C8"/>
          </a:solidFill>
          <a:ln/>
          <a:effectLst>
            <a:outerShdw sx="100000" sy="100000" kx="0" ky="0" algn="bl" rotWithShape="0" blurRad="88900" dist="50800" dir="16200000">
              <a:srgbClr val="39E0C8">
                <a:alpha val="6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19288" y="41696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Underground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19288" y="442569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Warehouse parties and off-grid nights you won't find elsewhere.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26680" y="4992624"/>
            <a:ext cx="128016" cy="128016"/>
          </a:xfrm>
          <a:prstGeom prst="ellipse">
            <a:avLst/>
          </a:prstGeom>
          <a:solidFill>
            <a:srgbClr val="FF5FA2"/>
          </a:solidFill>
          <a:ln/>
          <a:effectLst>
            <a:outerShdw sx="100000" sy="100000" kx="0" ky="0" algn="bl" rotWithShape="0" blurRad="88900" dist="50800" dir="16200000">
              <a:srgbClr val="FF5FA2">
                <a:alpha val="6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19288" y="48828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 &amp; Culture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19288" y="51389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Gallery openings, listening bars, and creative happenings.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7F2E9">
                    <a:alpha val="4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6583680" cy="6583680"/>
          </a:xfrm>
          <a:prstGeom prst="ellipse">
            <a:avLst/>
          </a:prstGeom>
          <a:solidFill>
            <a:srgbClr val="FF6B3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560320"/>
            <a:ext cx="6949440" cy="6949440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6766560" cy="6766560"/>
          </a:xfrm>
          <a:prstGeom prst="ellipse">
            <a:avLst/>
          </a:prstGeom>
          <a:solidFill>
            <a:srgbClr val="39E0C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11480"/>
            <a:ext cx="146304" cy="146304"/>
          </a:xfrm>
          <a:prstGeom prst="ellipse">
            <a:avLst/>
          </a:prstGeom>
          <a:solidFill>
            <a:srgbClr val="FFC53D"/>
          </a:solidFill>
          <a:ln/>
          <a:effectLst>
            <a:outerShdw sx="100000" sy="100000" kx="0" ky="0" algn="bl" rotWithShape="0" blurRad="101600" dist="50800" dir="16200000">
              <a:srgbClr val="FFC53D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3840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F7F2E9">
                    <a:alpha val="8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 world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FF5F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EXPERIENCE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 the world.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7F2E9">
                    <a:alpha val="78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living, spinning globe replaces the search bar. Drag to explore — glowing pins mark cities that are live right now, sized by how much is happening. Tap a pin and fall straight into that city's scene.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" y="4032504"/>
            <a:ext cx="91440" cy="91440"/>
          </a:xfrm>
          <a:prstGeom prst="ellipse">
            <a:avLst/>
          </a:prstGeom>
          <a:solidFill>
            <a:srgbClr val="39E0C8"/>
          </a:solidFill>
          <a:ln/>
          <a:effectLst>
            <a:outerShdw sx="100000" sy="100000" kx="0" ky="0" algn="bl" rotWithShape="0" blurRad="76200" dist="50800" dir="16200000">
              <a:srgbClr val="39E0C8">
                <a:alpha val="6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3904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Drag to explore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24128" y="41422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fully interactive 3D globe, not a flat map.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" y="4690872"/>
            <a:ext cx="91440" cy="91440"/>
          </a:xfrm>
          <a:prstGeom prst="ellipse">
            <a:avLst/>
          </a:prstGeom>
          <a:solidFill>
            <a:srgbClr val="39E0C8"/>
          </a:solidFill>
          <a:ln/>
          <a:effectLst>
            <a:outerShdw sx="100000" sy="100000" kx="0" ky="0" algn="bl" rotWithShape="0" blurRad="76200" dist="50800" dir="16200000">
              <a:srgbClr val="39E0C8">
                <a:alpha val="6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4128" y="4562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Pins that pulse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24128" y="4800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 size and glow reflect real event volume per city.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" y="5349240"/>
            <a:ext cx="91440" cy="91440"/>
          </a:xfrm>
          <a:prstGeom prst="ellipse">
            <a:avLst/>
          </a:prstGeom>
          <a:solidFill>
            <a:srgbClr val="39E0C8"/>
          </a:solidFill>
          <a:ln/>
          <a:effectLst>
            <a:outerShdw sx="100000" sy="100000" kx="0" ky="0" algn="bl" rotWithShape="0" blurRad="76200" dist="50800" dir="16200000">
              <a:srgbClr val="39E0C8">
                <a:alpha val="6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52212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tap 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24128" y="54589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Selecting a city opens its live event sheet instantly.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83580" y="434340"/>
            <a:ext cx="6172200" cy="6172200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1234440"/>
            <a:ext cx="4572000" cy="4572000"/>
          </a:xfrm>
          <a:prstGeom prst="ellipse">
            <a:avLst/>
          </a:prstGeom>
          <a:solidFill>
            <a:srgbClr val="141033">
              <a:alpha val="96000"/>
            </a:srgbClr>
          </a:solidFill>
          <a:ln w="12700">
            <a:solidFill>
              <a:srgbClr val="8B6BFF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8B6BFF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0" y="1554480"/>
            <a:ext cx="2628900" cy="2628900"/>
          </a:xfrm>
          <a:prstGeom prst="ellipse">
            <a:avLst/>
          </a:prstGeom>
          <a:solidFill>
            <a:srgbClr val="8B6B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2743200"/>
            <a:ext cx="4572000" cy="1554480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2103120"/>
            <a:ext cx="4572000" cy="2834640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554480"/>
            <a:ext cx="4572000" cy="3931920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1234440"/>
            <a:ext cx="1920240" cy="4572000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234440"/>
            <a:ext cx="4572000" cy="4572000"/>
          </a:xfrm>
          <a:prstGeom prst="ellipse">
            <a:avLst/>
          </a:prstGeom>
          <a:ln w="15875">
            <a:solidFill>
              <a:srgbClr val="59C9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6660" y="2331720"/>
            <a:ext cx="91440" cy="91440"/>
          </a:xfrm>
          <a:prstGeom prst="ellipse">
            <a:avLst/>
          </a:prstGeom>
          <a:solidFill>
            <a:srgbClr val="FF6B3D"/>
          </a:solidFill>
          <a:ln/>
          <a:effectLst>
            <a:outerShdw sx="100000" sy="100000" kx="0" ky="0" algn="bl" rotWithShape="0" blurRad="101600" dist="50800" dir="16200000">
              <a:srgbClr val="FF6B3D">
                <a:alpha val="6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4868" y="2249424"/>
            <a:ext cx="55778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FF6B3D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4868" y="2249424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Berlin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241280" y="2560320"/>
            <a:ext cx="91440" cy="91440"/>
          </a:xfrm>
          <a:prstGeom prst="ellipse">
            <a:avLst/>
          </a:prstGeom>
          <a:solidFill>
            <a:srgbClr val="8B6BFF"/>
          </a:solidFill>
          <a:ln/>
          <a:effectLst>
            <a:outerShdw sx="100000" sy="100000" kx="0" ky="0" algn="bl" rotWithShape="0" blurRad="101600" dist="50800" dir="16200000">
              <a:srgbClr val="8B6BFF">
                <a:alpha val="6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96728" y="2478024"/>
            <a:ext cx="55778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8B6BFF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96728" y="2478024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London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69480" y="4274820"/>
            <a:ext cx="91440" cy="91440"/>
          </a:xfrm>
          <a:prstGeom prst="ellipse">
            <a:avLst/>
          </a:prstGeom>
          <a:solidFill>
            <a:srgbClr val="FF5FA2"/>
          </a:solidFill>
          <a:ln/>
          <a:effectLst>
            <a:outerShdw sx="100000" sy="100000" kx="0" ky="0" algn="bl" rotWithShape="0" blurRad="101600" dist="50800" dir="16200000">
              <a:srgbClr val="FF5FA2">
                <a:alpha val="6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16268" y="4192524"/>
            <a:ext cx="48920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FF5FA2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6268" y="4192524"/>
            <a:ext cx="4892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Tokyo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624060" y="4960620"/>
            <a:ext cx="91440" cy="91440"/>
          </a:xfrm>
          <a:prstGeom prst="ellipse">
            <a:avLst/>
          </a:prstGeom>
          <a:solidFill>
            <a:srgbClr val="39E0C8"/>
          </a:solidFill>
          <a:ln/>
          <a:effectLst>
            <a:outerShdw sx="100000" sy="100000" kx="0" ky="0" algn="bl" rotWithShape="0" blurRad="101600" dist="50800" dir="16200000">
              <a:srgbClr val="39E0C8">
                <a:alpha val="6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79508" y="4878324"/>
            <a:ext cx="55778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39E0C8">
                <a:alpha val="5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79508" y="4878324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Sydney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95360" y="1600200"/>
            <a:ext cx="91440" cy="91440"/>
          </a:xfrm>
          <a:prstGeom prst="ellipse">
            <a:avLst/>
          </a:prstGeom>
          <a:solidFill>
            <a:srgbClr val="FFC53D"/>
          </a:solidFill>
          <a:ln/>
          <a:effectLst>
            <a:outerShdw sx="100000" sy="100000" kx="0" ky="0" algn="bl" rotWithShape="0" blurRad="101600" dist="50800" dir="16200000">
              <a:srgbClr val="FFC53D">
                <a:alpha val="6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750808" y="1517904"/>
            <a:ext cx="69494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FFC53D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50808" y="151790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York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7F2E9">
                    <a:alpha val="4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6583680" cy="6583680"/>
          </a:xfrm>
          <a:prstGeom prst="ellipse">
            <a:avLst/>
          </a:prstGeom>
          <a:solidFill>
            <a:srgbClr val="FF6B3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560320"/>
            <a:ext cx="6949440" cy="6949440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6766560" cy="6766560"/>
          </a:xfrm>
          <a:prstGeom prst="ellipse">
            <a:avLst/>
          </a:prstGeom>
          <a:solidFill>
            <a:srgbClr val="39E0C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11480"/>
            <a:ext cx="146304" cy="146304"/>
          </a:xfrm>
          <a:prstGeom prst="ellipse">
            <a:avLst/>
          </a:prstGeom>
          <a:solidFill>
            <a:srgbClr val="FFC53D"/>
          </a:solidFill>
          <a:ln/>
          <a:effectLst>
            <a:outerShdw sx="100000" sy="100000" kx="0" ky="0" algn="bl" rotWithShape="0" blurRad="101600" dist="50800" dir="16200000">
              <a:srgbClr val="FFC53D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3840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F7F2E9">
                    <a:alpha val="8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 world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39E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SYDNEY · THE WEEK AHEAD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-4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 what's going on</a:t>
            </a:r>
            <a:pPr algn="l" indent="0" marL="0">
              <a:buNone/>
            </a:pPr>
            <a:r>
              <a:rPr lang="en-US" sz="2800" spc="-40" kern="0" dirty="0">
                <a:solidFill>
                  <a:srgbClr val="F7F2E9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23–27 September 2026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1978762" cy="3886200"/>
          </a:xfrm>
          <a:prstGeom prst="roundRect">
            <a:avLst>
              <a:gd name="adj" fmla="val 4621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965960"/>
            <a:ext cx="1978762" cy="64008"/>
          </a:xfrm>
          <a:prstGeom prst="roundRect">
            <a:avLst>
              <a:gd name="adj" fmla="val 571429"/>
            </a:avLst>
          </a:prstGeom>
          <a:solidFill>
            <a:srgbClr val="39E0C8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2185416"/>
            <a:ext cx="15764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7F2E9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368296"/>
            <a:ext cx="157642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78408" y="300837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099816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19:00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8408" y="3282696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Dracula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78408" y="3666744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Theatre, Sydney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78408" y="3959352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FF5FA2">
              <a:alpha val="16000"/>
            </a:srgbClr>
          </a:solidFill>
          <a:ln w="12700">
            <a:solidFill>
              <a:srgbClr val="FF5FA2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3959352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 &amp; Culture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78408" y="428853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398264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19:30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8408" y="4581144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Clementine Douglas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8408" y="4965192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Oxford Art Factory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78408" y="5257800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FF6B3D">
              <a:alpha val="16000"/>
            </a:srgbClr>
          </a:solidFill>
          <a:ln w="12700">
            <a:solidFill>
              <a:srgbClr val="FF6B3D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" y="5257800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Music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57170" y="1965960"/>
            <a:ext cx="1978762" cy="3886200"/>
          </a:xfrm>
          <a:prstGeom prst="roundRect">
            <a:avLst>
              <a:gd name="adj" fmla="val 4621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57170" y="1965960"/>
            <a:ext cx="1978762" cy="64008"/>
          </a:xfrm>
          <a:prstGeom prst="roundRect">
            <a:avLst>
              <a:gd name="adj" fmla="val 571429"/>
            </a:avLst>
          </a:prstGeom>
          <a:solidFill>
            <a:srgbClr val="39E0C8"/>
          </a:solidFill>
          <a:ln/>
        </p:spPr>
      </p:sp>
      <p:sp>
        <p:nvSpPr>
          <p:cNvPr id="27" name="Text 25"/>
          <p:cNvSpPr/>
          <p:nvPr/>
        </p:nvSpPr>
        <p:spPr>
          <a:xfrm>
            <a:off x="3158338" y="2185416"/>
            <a:ext cx="15764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7F2E9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40050" y="2368296"/>
            <a:ext cx="157642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3158338" y="300837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8338" y="3099816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19:00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58338" y="3282696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158338" y="3666744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Lansdowne Hotel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58338" y="3959352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FF6B3D">
              <a:alpha val="16000"/>
            </a:srgbClr>
          </a:solidFill>
          <a:ln w="12700">
            <a:solidFill>
              <a:srgbClr val="FF6B3D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8066" y="3959352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Music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58338" y="428853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8338" y="4398264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21:00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58338" y="4581144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ivy Thursdays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158338" y="4965192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ivy Sydney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58338" y="5257800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8B6BFF">
              <a:alpha val="16000"/>
            </a:srgbClr>
          </a:solidFill>
          <a:ln w="12700">
            <a:solidFill>
              <a:srgbClr val="8B6B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68066" y="5257800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DJ Sets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37099" y="1965960"/>
            <a:ext cx="1978762" cy="3886200"/>
          </a:xfrm>
          <a:prstGeom prst="roundRect">
            <a:avLst>
              <a:gd name="adj" fmla="val 4621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37099" y="1965960"/>
            <a:ext cx="1978762" cy="64008"/>
          </a:xfrm>
          <a:prstGeom prst="roundRect">
            <a:avLst>
              <a:gd name="adj" fmla="val 571429"/>
            </a:avLst>
          </a:prstGeom>
          <a:solidFill>
            <a:srgbClr val="39E0C8"/>
          </a:solidFill>
          <a:ln/>
        </p:spPr>
      </p:sp>
      <p:sp>
        <p:nvSpPr>
          <p:cNvPr id="43" name="Text 41"/>
          <p:cNvSpPr/>
          <p:nvPr/>
        </p:nvSpPr>
        <p:spPr>
          <a:xfrm>
            <a:off x="5338267" y="2185416"/>
            <a:ext cx="15764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7F2E9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19979" y="2368296"/>
            <a:ext cx="157642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3400" dirty="0"/>
          </a:p>
        </p:txBody>
      </p:sp>
      <p:sp>
        <p:nvSpPr>
          <p:cNvPr id="45" name="Shape 43"/>
          <p:cNvSpPr/>
          <p:nvPr/>
        </p:nvSpPr>
        <p:spPr>
          <a:xfrm>
            <a:off x="5338267" y="300837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38267" y="3099816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19:00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38267" y="3282696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9lives w/ Kaizo, Jequya, Vanni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338267" y="3666744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Oxford Art Factory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38267" y="3959352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FF6B3D">
              <a:alpha val="16000"/>
            </a:srgbClr>
          </a:solidFill>
          <a:ln w="12700">
            <a:solidFill>
              <a:srgbClr val="FF6B3D">
                <a:alpha val="4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7995" y="3959352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Music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38267" y="428853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38267" y="4398264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21:00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338267" y="4581144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C'est La Vie ft. Ammara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338267" y="4965192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Chinese Laundry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338267" y="5257800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8B6BFF">
              <a:alpha val="16000"/>
            </a:srgbClr>
          </a:solidFill>
          <a:ln w="12700">
            <a:solidFill>
              <a:srgbClr val="8B6BFF">
                <a:alpha val="4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47995" y="5257800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DJ Sets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317029" y="1965960"/>
            <a:ext cx="1978762" cy="3886200"/>
          </a:xfrm>
          <a:prstGeom prst="roundRect">
            <a:avLst>
              <a:gd name="adj" fmla="val 4621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317029" y="1965960"/>
            <a:ext cx="1978762" cy="64008"/>
          </a:xfrm>
          <a:prstGeom prst="roundRect">
            <a:avLst>
              <a:gd name="adj" fmla="val 571429"/>
            </a:avLst>
          </a:prstGeom>
          <a:solidFill>
            <a:srgbClr val="39E0C8"/>
          </a:solidFill>
          <a:ln/>
        </p:spPr>
      </p:sp>
      <p:sp>
        <p:nvSpPr>
          <p:cNvPr id="59" name="Text 57"/>
          <p:cNvSpPr/>
          <p:nvPr/>
        </p:nvSpPr>
        <p:spPr>
          <a:xfrm>
            <a:off x="7518197" y="2185416"/>
            <a:ext cx="15764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7F2E9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499909" y="2368296"/>
            <a:ext cx="157642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3400" dirty="0"/>
          </a:p>
        </p:txBody>
      </p:sp>
      <p:sp>
        <p:nvSpPr>
          <p:cNvPr id="61" name="Shape 59"/>
          <p:cNvSpPr/>
          <p:nvPr/>
        </p:nvSpPr>
        <p:spPr>
          <a:xfrm>
            <a:off x="7518197" y="300837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18197" y="3099816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14:00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518197" y="3282696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My Fair Lady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518197" y="3666744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Sydney Opera House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518197" y="3959352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FF5FA2">
              <a:alpha val="16000"/>
            </a:srgbClr>
          </a:solidFill>
          <a:ln w="12700">
            <a:solidFill>
              <a:srgbClr val="FF5FA2">
                <a:alpha val="4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7925" y="3959352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 &amp; Culture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518197" y="428853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18197" y="4398264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21:00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518197" y="4581144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Green Velvet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7518197" y="4965192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ivy Sydney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518197" y="5257800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8B6BFF">
              <a:alpha val="16000"/>
            </a:srgbClr>
          </a:solidFill>
          <a:ln w="12700">
            <a:solidFill>
              <a:srgbClr val="8B6BFF">
                <a:alpha val="4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27925" y="5257800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DJ Sets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9496958" y="1965960"/>
            <a:ext cx="1978762" cy="3886200"/>
          </a:xfrm>
          <a:prstGeom prst="roundRect">
            <a:avLst>
              <a:gd name="adj" fmla="val 4621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496958" y="1965960"/>
            <a:ext cx="1978762" cy="64008"/>
          </a:xfrm>
          <a:prstGeom prst="roundRect">
            <a:avLst>
              <a:gd name="adj" fmla="val 571429"/>
            </a:avLst>
          </a:prstGeom>
          <a:solidFill>
            <a:srgbClr val="39E0C8"/>
          </a:solidFill>
          <a:ln/>
        </p:spPr>
      </p:sp>
      <p:sp>
        <p:nvSpPr>
          <p:cNvPr id="75" name="Text 73"/>
          <p:cNvSpPr/>
          <p:nvPr/>
        </p:nvSpPr>
        <p:spPr>
          <a:xfrm>
            <a:off x="9698126" y="2185416"/>
            <a:ext cx="15764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7F2E9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SUN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79838" y="2368296"/>
            <a:ext cx="157642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3400" dirty="0"/>
          </a:p>
        </p:txBody>
      </p:sp>
      <p:sp>
        <p:nvSpPr>
          <p:cNvPr id="77" name="Shape 75"/>
          <p:cNvSpPr/>
          <p:nvPr/>
        </p:nvSpPr>
        <p:spPr>
          <a:xfrm>
            <a:off x="9698126" y="300837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98126" y="3099816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13:30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9698126" y="3282696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Dracula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9698126" y="3666744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Theatre, Sydney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698126" y="3959352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FF5FA2">
              <a:alpha val="16000"/>
            </a:srgbClr>
          </a:solidFill>
          <a:ln w="12700">
            <a:solidFill>
              <a:srgbClr val="FF5FA2">
                <a:alpha val="4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07854" y="3959352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 &amp; Culture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9698126" y="4288536"/>
            <a:ext cx="1576426" cy="0"/>
          </a:xfrm>
          <a:prstGeom prst="line">
            <a:avLst/>
          </a:prstGeom>
          <a:noFill/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698126" y="4398264"/>
            <a:ext cx="157642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15:00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9698126" y="4581144"/>
            <a:ext cx="157642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My Fair Lady</a:t>
            </a:r>
            <a:endParaRPr lang="en-US" sz="1150" dirty="0"/>
          </a:p>
        </p:txBody>
      </p:sp>
      <p:sp>
        <p:nvSpPr>
          <p:cNvPr id="86" name="Text 84"/>
          <p:cNvSpPr/>
          <p:nvPr/>
        </p:nvSpPr>
        <p:spPr>
          <a:xfrm>
            <a:off x="9698126" y="4965192"/>
            <a:ext cx="15764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7F2E9">
                    <a:alpha val="6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Sydney Opera House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698126" y="5257800"/>
            <a:ext cx="1576426" cy="256032"/>
          </a:xfrm>
          <a:prstGeom prst="roundRect">
            <a:avLst>
              <a:gd name="adj" fmla="val 178571"/>
            </a:avLst>
          </a:prstGeom>
          <a:solidFill>
            <a:srgbClr val="FF5FA2">
              <a:alpha val="16000"/>
            </a:srgbClr>
          </a:solidFill>
          <a:ln w="12700">
            <a:solidFill>
              <a:srgbClr val="FF5FA2">
                <a:alpha val="45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807854" y="5257800"/>
            <a:ext cx="13569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 &amp; Culture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7F2E9">
                    <a:alpha val="4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6583680" cy="6583680"/>
          </a:xfrm>
          <a:prstGeom prst="ellipse">
            <a:avLst/>
          </a:prstGeom>
          <a:solidFill>
            <a:srgbClr val="FF6B3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560320"/>
            <a:ext cx="6949440" cy="6949440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6766560" cy="6766560"/>
          </a:xfrm>
          <a:prstGeom prst="ellipse">
            <a:avLst/>
          </a:prstGeom>
          <a:solidFill>
            <a:srgbClr val="39E0C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11480"/>
            <a:ext cx="146304" cy="146304"/>
          </a:xfrm>
          <a:prstGeom prst="ellipse">
            <a:avLst/>
          </a:prstGeom>
          <a:solidFill>
            <a:srgbClr val="FFC53D"/>
          </a:solidFill>
          <a:ln/>
          <a:effectLst>
            <a:outerShdw sx="100000" sy="100000" kx="0" ky="0" algn="bl" rotWithShape="0" blurRad="101600" dist="50800" dir="16200000">
              <a:srgbClr val="FFC53D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3840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F7F2E9">
                    <a:alpha val="8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 world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8B6B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CITY DISCOVERY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spc="-5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 a city.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spc="-5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Unlock its scene.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7F2E9">
                    <a:alpha val="78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city on the globe opens into a live sheet of what's on — filterable by category, browsable day by day. Flip through dates with a single tap, or jump straight to any date on the calendar.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" y="4398264"/>
            <a:ext cx="91440" cy="91440"/>
          </a:xfrm>
          <a:prstGeom prst="ellipse">
            <a:avLst/>
          </a:prstGeom>
          <a:solidFill>
            <a:srgbClr val="FF5FA2"/>
          </a:solidFill>
          <a:ln/>
          <a:effectLst>
            <a:outerShdw sx="100000" sy="100000" kx="0" ky="0" algn="bl" rotWithShape="0" blurRad="76200" dist="50800" dir="16200000">
              <a:srgbClr val="FF5FA2">
                <a:alpha val="6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4279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category filters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" y="4855464"/>
            <a:ext cx="91440" cy="91440"/>
          </a:xfrm>
          <a:prstGeom prst="ellipse">
            <a:avLst/>
          </a:prstGeom>
          <a:solidFill>
            <a:srgbClr val="FF5FA2"/>
          </a:solidFill>
          <a:ln/>
          <a:effectLst>
            <a:outerShdw sx="100000" sy="100000" kx="0" ky="0" algn="bl" rotWithShape="0" blurRad="76200" dist="50800" dir="16200000">
              <a:srgbClr val="FF5FA2">
                <a:alpha val="6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24128" y="47365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Date-by-date browsing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" y="5312664"/>
            <a:ext cx="91440" cy="91440"/>
          </a:xfrm>
          <a:prstGeom prst="ellipse">
            <a:avLst/>
          </a:prstGeom>
          <a:solidFill>
            <a:srgbClr val="FF5FA2"/>
          </a:solidFill>
          <a:ln/>
          <a:effectLst>
            <a:outerShdw sx="100000" sy="100000" kx="0" ky="0" algn="bl" rotWithShape="0" blurRad="76200" dist="50800" dir="16200000">
              <a:srgbClr val="FF5FA2">
                <a:alpha val="6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24128" y="5193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Direct ticket links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868680"/>
            <a:ext cx="4663440" cy="5349240"/>
          </a:xfrm>
          <a:prstGeom prst="roundRect">
            <a:avLst>
              <a:gd name="adj" fmla="val 1765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04888" y="1161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F5F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HOURS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86600" y="138074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Tokyo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04888" y="1984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2E9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 events · via Ticketmaster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04888" y="2404872"/>
            <a:ext cx="658368" cy="566928"/>
          </a:xfrm>
          <a:prstGeom prst="roundRect">
            <a:avLst>
              <a:gd name="adj" fmla="val 35484"/>
            </a:avLst>
          </a:prstGeom>
          <a:solidFill>
            <a:srgbClr val="FF5FA2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24688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0706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04888" y="26517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6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54696" y="2404872"/>
            <a:ext cx="658368" cy="566928"/>
          </a:xfrm>
          <a:prstGeom prst="roundRect">
            <a:avLst>
              <a:gd name="adj" fmla="val 3548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54696" y="24688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7F2E9">
                    <a:alpha val="7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THU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854696" y="26517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04504" y="2404872"/>
            <a:ext cx="658368" cy="566928"/>
          </a:xfrm>
          <a:prstGeom prst="roundRect">
            <a:avLst>
              <a:gd name="adj" fmla="val 3548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04504" y="24688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7F2E9">
                    <a:alpha val="7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604504" y="26517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354312" y="2404872"/>
            <a:ext cx="658368" cy="566928"/>
          </a:xfrm>
          <a:prstGeom prst="roundRect">
            <a:avLst>
              <a:gd name="adj" fmla="val 3548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54312" y="24688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7F2E9">
                    <a:alpha val="7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354312" y="26517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104120" y="2404872"/>
            <a:ext cx="658368" cy="566928"/>
          </a:xfrm>
          <a:prstGeom prst="roundRect">
            <a:avLst>
              <a:gd name="adj" fmla="val 3548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04120" y="24688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7F2E9">
                    <a:alpha val="7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104120" y="26517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104888" y="3200400"/>
            <a:ext cx="608990" cy="329184"/>
          </a:xfrm>
          <a:prstGeom prst="roundRect">
            <a:avLst>
              <a:gd name="adj" fmla="val 138889"/>
            </a:avLst>
          </a:prstGeom>
          <a:solidFill>
            <a:srgbClr val="FF5FA2"/>
          </a:solidFill>
          <a:ln w="12700">
            <a:solidFill>
              <a:srgbClr val="FF5FA2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14616" y="3200400"/>
            <a:ext cx="38953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0706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841894" y="3200400"/>
            <a:ext cx="908914" cy="329184"/>
          </a:xfrm>
          <a:prstGeom prst="roundRect">
            <a:avLst>
              <a:gd name="adj" fmla="val 138889"/>
            </a:avLst>
          </a:prstGeom>
          <a:solidFill>
            <a:srgbClr val="8B6BFF">
              <a:alpha val="16000"/>
            </a:srgbClr>
          </a:solidFill>
          <a:ln w="12700">
            <a:solidFill>
              <a:srgbClr val="8B6B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1622" y="3200400"/>
            <a:ext cx="6894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DJ Sets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78824" y="3200400"/>
            <a:ext cx="1133856" cy="329184"/>
          </a:xfrm>
          <a:prstGeom prst="roundRect">
            <a:avLst>
              <a:gd name="adj" fmla="val 138889"/>
            </a:avLst>
          </a:prstGeom>
          <a:solidFill>
            <a:srgbClr val="FF6B3D">
              <a:alpha val="16000"/>
            </a:srgbClr>
          </a:solidFill>
          <a:ln w="12700">
            <a:solidFill>
              <a:srgbClr val="FF6B3D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88552" y="320040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Music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140696" y="3200400"/>
            <a:ext cx="1208837" cy="329184"/>
          </a:xfrm>
          <a:prstGeom prst="roundRect">
            <a:avLst>
              <a:gd name="adj" fmla="val 138889"/>
            </a:avLst>
          </a:prstGeom>
          <a:solidFill>
            <a:srgbClr val="39E0C8">
              <a:alpha val="16000"/>
            </a:srgbClr>
          </a:solidFill>
          <a:ln w="12700">
            <a:solidFill>
              <a:srgbClr val="39E0C8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50424" y="3200400"/>
            <a:ext cx="98938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Underground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04888" y="3767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23:00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18120" y="37673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Shibuya After Hours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818120" y="4041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7F2E9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 Annex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92640" y="3785616"/>
            <a:ext cx="1325880" cy="274320"/>
          </a:xfrm>
          <a:prstGeom prst="roundRect">
            <a:avLst>
              <a:gd name="adj" fmla="val 166667"/>
            </a:avLst>
          </a:prstGeom>
          <a:solidFill>
            <a:srgbClr val="8B6BFF">
              <a:alpha val="16000"/>
            </a:srgbClr>
          </a:solidFill>
          <a:ln w="12700">
            <a:solidFill>
              <a:srgbClr val="8B6BFF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02368" y="3785616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DJ Sets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104888" y="4544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7F2E9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20:30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818120" y="45445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City Pop Revival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818120" y="48188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7F2E9">
                    <a:alpha val="6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Blue Note Sub, Minato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692640" y="4562856"/>
            <a:ext cx="1325880" cy="274320"/>
          </a:xfrm>
          <a:prstGeom prst="roundRect">
            <a:avLst>
              <a:gd name="adj" fmla="val 166667"/>
            </a:avLst>
          </a:prstGeom>
          <a:solidFill>
            <a:srgbClr val="FF6B3D">
              <a:alpha val="16000"/>
            </a:srgbClr>
          </a:solidFill>
          <a:ln w="12700">
            <a:solidFill>
              <a:srgbClr val="FF6B3D">
                <a:alpha val="4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02368" y="4562856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Music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7F2E9">
                    <a:alpha val="4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6583680" cy="6583680"/>
          </a:xfrm>
          <a:prstGeom prst="ellipse">
            <a:avLst/>
          </a:prstGeom>
          <a:solidFill>
            <a:srgbClr val="FF6B3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560320"/>
            <a:ext cx="6949440" cy="6949440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6766560" cy="6766560"/>
          </a:xfrm>
          <a:prstGeom prst="ellipse">
            <a:avLst/>
          </a:prstGeom>
          <a:solidFill>
            <a:srgbClr val="39E0C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11480"/>
            <a:ext cx="146304" cy="146304"/>
          </a:xfrm>
          <a:prstGeom prst="ellipse">
            <a:avLst/>
          </a:prstGeom>
          <a:solidFill>
            <a:srgbClr val="FFC53D"/>
          </a:solidFill>
          <a:ln/>
          <a:effectLst>
            <a:outerShdw sx="100000" sy="100000" kx="0" ky="0" algn="bl" rotWithShape="0" blurRad="101600" dist="50800" dir="16200000">
              <a:srgbClr val="FFC53D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3840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F7F2E9">
                    <a:alpha val="8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 world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20" kern="0" dirty="0">
                <a:solidFill>
                  <a:srgbClr val="59C9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spinning the globe to walking through the door.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2455164" cy="3291840"/>
          </a:xfrm>
          <a:prstGeom prst="roundRect">
            <a:avLst>
              <a:gd name="adj" fmla="val 4469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2697480"/>
            <a:ext cx="146304" cy="146304"/>
          </a:xfrm>
          <a:prstGeom prst="ellipse">
            <a:avLst/>
          </a:prstGeom>
          <a:solidFill>
            <a:srgbClr val="FF6B3D"/>
          </a:solidFill>
          <a:ln/>
          <a:effectLst>
            <a:outerShdw sx="100000" sy="100000" kx="0" ky="0" algn="bl" rotWithShape="0" blurRad="114300" dist="50800" dir="16200000">
              <a:srgbClr val="FF6B3D">
                <a:alpha val="6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69848" y="2971800"/>
            <a:ext cx="19065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D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069848" y="3657600"/>
            <a:ext cx="19065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69848" y="4114800"/>
            <a:ext cx="19065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7F2E9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Spin the interactive globe and see the world's nightlife light up in real time.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32404" y="37490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2E9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25012" y="2331720"/>
            <a:ext cx="2455164" cy="3291840"/>
          </a:xfrm>
          <a:prstGeom prst="roundRect">
            <a:avLst>
              <a:gd name="adj" fmla="val 4469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5052" y="2697480"/>
            <a:ext cx="146304" cy="146304"/>
          </a:xfrm>
          <a:prstGeom prst="ellipse">
            <a:avLst/>
          </a:prstGeom>
          <a:solidFill>
            <a:srgbClr val="8B6BFF"/>
          </a:solidFill>
          <a:ln/>
          <a:effectLst>
            <a:outerShdw sx="100000" sy="100000" kx="0" ky="0" algn="bl" rotWithShape="0" blurRad="114300" dist="50800" dir="16200000">
              <a:srgbClr val="8B6BFF">
                <a:alpha val="6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17620" y="2971800"/>
            <a:ext cx="19065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6BFF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817620" y="3657600"/>
            <a:ext cx="19065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17620" y="4114800"/>
            <a:ext cx="19065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7F2E9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 on a city and open its live sheet of tonight's music, art and culture.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80176" y="37490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2E9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72784" y="2331720"/>
            <a:ext cx="2455164" cy="3291840"/>
          </a:xfrm>
          <a:prstGeom prst="roundRect">
            <a:avLst>
              <a:gd name="adj" fmla="val 4469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92824" y="2697480"/>
            <a:ext cx="146304" cy="146304"/>
          </a:xfrm>
          <a:prstGeom prst="ellipse">
            <a:avLst/>
          </a:prstGeom>
          <a:solidFill>
            <a:srgbClr val="39E0C8"/>
          </a:solidFill>
          <a:ln/>
          <a:effectLst>
            <a:outerShdw sx="100000" sy="100000" kx="0" ky="0" algn="bl" rotWithShape="0" blurRad="114300" dist="50800" dir="16200000">
              <a:srgbClr val="39E0C8">
                <a:alpha val="6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65392" y="2971800"/>
            <a:ext cx="19065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E0C8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565392" y="3657600"/>
            <a:ext cx="19065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Choose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65392" y="4114800"/>
            <a:ext cx="19065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7F2E9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Filter by category and flip through dates to find exactly what you're after.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27948" y="37490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2E9">
                    <a:alpha val="5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020556" y="2331720"/>
            <a:ext cx="2455164" cy="3291840"/>
          </a:xfrm>
          <a:prstGeom prst="roundRect">
            <a:avLst>
              <a:gd name="adj" fmla="val 4469"/>
            </a:avLst>
          </a:prstGeom>
          <a:solidFill>
            <a:srgbClr val="17132B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40596" y="2697480"/>
            <a:ext cx="146304" cy="146304"/>
          </a:xfrm>
          <a:prstGeom prst="ellipse">
            <a:avLst/>
          </a:prstGeom>
          <a:solidFill>
            <a:srgbClr val="FF5FA2"/>
          </a:solidFill>
          <a:ln/>
          <a:effectLst>
            <a:outerShdw sx="100000" sy="100000" kx="0" ky="0" algn="bl" rotWithShape="0" blurRad="114300" dist="50800" dir="16200000">
              <a:srgbClr val="FF5FA2">
                <a:alpha val="6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313164" y="2971800"/>
            <a:ext cx="19065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FA2">
                    <a:alpha val="8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313164" y="3657600"/>
            <a:ext cx="19065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Experience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313164" y="4114800"/>
            <a:ext cx="19065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7F2E9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Tap through to get tickets and go — straight from discovery to the door.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7F2E9">
                    <a:alpha val="4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6583680" cy="6583680"/>
          </a:xfrm>
          <a:prstGeom prst="ellipse">
            <a:avLst/>
          </a:prstGeom>
          <a:solidFill>
            <a:srgbClr val="FF6B3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560320"/>
            <a:ext cx="6949440" cy="6949440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6766560" cy="6766560"/>
          </a:xfrm>
          <a:prstGeom prst="ellipse">
            <a:avLst/>
          </a:prstGeom>
          <a:solidFill>
            <a:srgbClr val="39E0C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568446" y="395478"/>
            <a:ext cx="5061204" cy="5061204"/>
          </a:xfrm>
          <a:prstGeom prst="ellipse">
            <a:avLst/>
          </a:prstGeom>
          <a:solidFill>
            <a:srgbClr val="8B6B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24528" y="1051560"/>
            <a:ext cx="3749040" cy="3749040"/>
          </a:xfrm>
          <a:prstGeom prst="ellipse">
            <a:avLst/>
          </a:prstGeom>
          <a:solidFill>
            <a:srgbClr val="141033">
              <a:alpha val="96000"/>
            </a:srgbClr>
          </a:solidFill>
          <a:ln w="12700">
            <a:solidFill>
              <a:srgbClr val="8B6BFF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8B6BF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49394" y="1313993"/>
            <a:ext cx="2155698" cy="2155698"/>
          </a:xfrm>
          <a:prstGeom prst="ellipse">
            <a:avLst/>
          </a:prstGeom>
          <a:solidFill>
            <a:srgbClr val="8B6BFF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2288743"/>
            <a:ext cx="3749040" cy="1274674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1763878"/>
            <a:ext cx="3749040" cy="2324405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313993"/>
            <a:ext cx="3749040" cy="3224174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11750" y="1051560"/>
            <a:ext cx="1574597" cy="3749040"/>
          </a:xfrm>
          <a:prstGeom prst="ellipse">
            <a:avLst/>
          </a:prstGeom>
          <a:ln w="9525">
            <a:solidFill>
              <a:srgbClr val="F7F2E9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1051560"/>
            <a:ext cx="3749040" cy="3749040"/>
          </a:xfrm>
          <a:prstGeom prst="ellipse">
            <a:avLst/>
          </a:prstGeom>
          <a:ln w="15875">
            <a:solidFill>
              <a:srgbClr val="59C9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2130552"/>
            <a:ext cx="91440" cy="91440"/>
          </a:xfrm>
          <a:prstGeom prst="ellipse">
            <a:avLst/>
          </a:prstGeom>
          <a:solidFill>
            <a:srgbClr val="FF6B3D"/>
          </a:solidFill>
          <a:ln/>
          <a:effectLst>
            <a:outerShdw sx="100000" sy="100000" kx="0" ky="0" algn="bl" rotWithShape="0" blurRad="101600" dist="50800" dir="16200000">
              <a:srgbClr val="FF6B3D">
                <a:alpha val="6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6824" y="2048256"/>
            <a:ext cx="55778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FF6B3D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2048256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Berlin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78040" y="2224278"/>
            <a:ext cx="91440" cy="91440"/>
          </a:xfrm>
          <a:prstGeom prst="ellipse">
            <a:avLst/>
          </a:prstGeom>
          <a:solidFill>
            <a:srgbClr val="8B6BFF"/>
          </a:solidFill>
          <a:ln/>
          <a:effectLst>
            <a:outerShdw sx="100000" sy="100000" kx="0" ky="0" algn="bl" rotWithShape="0" blurRad="101600" dist="50800" dir="16200000">
              <a:srgbClr val="8B6BFF">
                <a:alpha val="6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33488" y="2141982"/>
            <a:ext cx="55778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8B6BFF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3488" y="2141982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London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16068" y="3911346"/>
            <a:ext cx="91440" cy="91440"/>
          </a:xfrm>
          <a:prstGeom prst="ellipse">
            <a:avLst/>
          </a:prstGeom>
          <a:solidFill>
            <a:srgbClr val="FF5FA2"/>
          </a:solidFill>
          <a:ln/>
          <a:effectLst>
            <a:outerShdw sx="100000" sy="100000" kx="0" ky="0" algn="bl" rotWithShape="0" blurRad="101600" dist="50800" dir="16200000">
              <a:srgbClr val="FF5FA2">
                <a:alpha val="6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62856" y="3829050"/>
            <a:ext cx="48920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FF5FA2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2856" y="3829050"/>
            <a:ext cx="4892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Tokyo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4314" y="3817620"/>
            <a:ext cx="91440" cy="91440"/>
          </a:xfrm>
          <a:prstGeom prst="ellipse">
            <a:avLst/>
          </a:prstGeom>
          <a:solidFill>
            <a:srgbClr val="39E0C8"/>
          </a:solidFill>
          <a:ln/>
          <a:effectLst>
            <a:outerShdw sx="100000" sy="100000" kx="0" ky="0" algn="bl" rotWithShape="0" blurRad="101600" dist="50800" dir="16200000">
              <a:srgbClr val="39E0C8">
                <a:alpha val="6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39762" y="3735324"/>
            <a:ext cx="557784" cy="256032"/>
          </a:xfrm>
          <a:prstGeom prst="roundRect">
            <a:avLst>
              <a:gd name="adj" fmla="val 178571"/>
            </a:avLst>
          </a:prstGeom>
          <a:solidFill>
            <a:srgbClr val="0C0919">
              <a:alpha val="85000"/>
            </a:srgbClr>
          </a:solidFill>
          <a:ln w="12700">
            <a:solidFill>
              <a:srgbClr val="39E0C8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9762" y="3735324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Sydney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22476" y="489204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-80" kern="0" dirty="0">
                <a:solidFill>
                  <a:srgbClr val="FFE9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 World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1522476" y="5806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2E9">
                    <a:alpha val="7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 what's happening. Everywhere.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7F2E9">
                    <a:alpha val="45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World — Sales Pack</dc:title>
  <dc:subject>PptxGenJS Presentation</dc:subject>
  <dc:creator>Hello World</dc:creator>
  <cp:lastModifiedBy>Hello World</cp:lastModifiedBy>
  <cp:revision>1</cp:revision>
  <dcterms:created xsi:type="dcterms:W3CDTF">2026-09-16T12:32:10Z</dcterms:created>
  <dcterms:modified xsi:type="dcterms:W3CDTF">2026-09-16T12:32:10Z</dcterms:modified>
</cp:coreProperties>
</file>